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2BA203-8E37-BE59-3CAF-136F45E09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FB1D1C4-886F-8EA6-2219-F844E667D6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43F1BF-D8BE-E1FF-1909-4FE20FFC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064328-220C-312F-2A73-55D4C47C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722051-E1F6-E6AB-B59B-F343FE61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33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314C75-7B0F-3DA9-A875-7E50AC297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C0245B-476D-1E4C-51F3-59C2025B3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7A823F-830B-2E9E-8C2B-5FA66B68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2C8199-2A22-1F1A-2225-7D38114E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2E013C-D83E-05E4-7E3F-FE19EDAF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26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7A50DC-73D1-2C1D-EAF8-281FA67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43F3BD-C1E8-1BBA-5D96-9FE9AE3BB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2750A7-E290-B90E-6473-A9F7398FB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A6FD71-5EE3-429B-D3BA-E5636818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ABF69A-397D-D9C8-E896-5F190370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7776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2EE086-4ED5-D9DD-951B-7FA5B6B7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8F856D-322F-03C2-6432-3A62D3E6D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C914D8-FEAE-921D-E277-FC7EB652A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5C55B9-CB67-C425-CF53-E9844465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409A65-E0D9-EE3D-85C7-9AEB596CC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550093-2004-4D69-7F5E-3B706D49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27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EE4019-68D9-084B-FD43-B26431C8E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0A1726-5BD4-EE50-6DE4-2DFDD5363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3105B3-5F03-8C9C-BD2F-B7CA02A23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AEB956B-0A4D-17DD-4CA2-C4ACF6704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27D5DCB-92AF-B73F-DF4F-D6D940C1C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F09BB43-61A5-1270-8A61-F38F839D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816C570-D629-E651-C305-74319BEEC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7DCDC4-C949-07D9-3D7C-5F1759D0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875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92A072-F74B-EE20-9CAF-863A5014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DA5151E-D957-880D-0B75-9CAD6BA84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2FE31E4-B110-812F-7F35-C4A6587C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A115BC9-61CF-E80F-BBC9-21C4C3E5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612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314F3B1-1B70-912E-9467-D0C3F13AF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B88119-DED5-4F31-0C2E-7D46E3EC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FE9558-A4B9-7957-38FE-DCF36358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69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3196B-65A7-FDC1-38FD-B1474AF66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303AB0-65AD-EE88-5C09-89F82871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752FBF-B962-7E29-3179-BF4B10BAA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1DD346-B519-F672-4C47-BAF42E9F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C7266F-D321-A717-EBB1-E8F0C307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7D393F-552D-D4EC-669C-A006A76A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91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355A82-75B3-7FB8-2F75-CF002662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C1EDE7F-E0FC-1E0D-D23C-B56962988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9BB1CE-6912-5833-1191-338C896E1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9DE0EF-D89D-24AF-DBED-DD1A8A53F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89B0D5-6C3D-772C-7A48-46924178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7D6702-AE7D-7905-A6E3-55B46AAC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696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5BB48-8CC7-F434-B760-1065C506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4942784-6455-E068-8737-9BCBCF640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AC8F11-CDE8-89AA-BE0F-9CC0FE6C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686C5A-421E-264A-4045-A357E11A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D16B7A-5D81-384E-854B-9EA33F96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2700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E059843-458B-810B-B337-73211BC165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29EEC5-FA60-43FB-BFCB-7E9D804F8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CF4286-A909-D557-1860-0897EF913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FD9D6F-6A4E-E43C-7FCF-888145135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3EF137-2C60-6C1B-51A0-50CCF6CC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7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C25D72F-81F1-A665-B5C4-5C54D07F6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BA86C5-59D4-85ED-DF21-36065379D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F2AF92-9361-6290-2431-04065EE794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BA6C8-CB37-4E5C-8CA1-45DE8D417587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E0A311-59B5-C91C-16A9-B81B10031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10ED4F-B449-703A-35CE-2FBF7D992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98026-2919-47FD-867A-CC1FCD84A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700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77EFD2D-976A-A1E1-BF82-C27BD844E6DD}"/>
              </a:ext>
            </a:extLst>
          </p:cNvPr>
          <p:cNvSpPr txBox="1"/>
          <p:nvPr/>
        </p:nvSpPr>
        <p:spPr>
          <a:xfrm>
            <a:off x="580103" y="609599"/>
            <a:ext cx="30185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Hopes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黄色</a:t>
            </a:r>
            <a:endParaRPr kumimoji="1"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kumimoji="1"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Left Brain</a:t>
            </a:r>
          </a:p>
          <a:p>
            <a:r>
              <a:rPr kumimoji="1"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魔法</a:t>
            </a:r>
            <a:endParaRPr kumimoji="1"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kumimoji="1"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The Child of Meaning</a:t>
            </a:r>
          </a:p>
          <a:p>
            <a:r>
              <a:rPr kumimoji="1"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死希</a:t>
            </a:r>
            <a:endParaRPr kumimoji="1"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kumimoji="1"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Mobility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創造</a:t>
            </a:r>
            <a:endParaRPr kumimoji="1"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kumimoji="1"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The Three Poisons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弥勒</a:t>
            </a:r>
            <a:endParaRPr kumimoji="1"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A Moonless Night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異常</a:t>
            </a:r>
            <a:endParaRPr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kumimoji="1"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Come </a:t>
            </a:r>
            <a:r>
              <a:rPr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Over Here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左様</a:t>
            </a:r>
            <a:endParaRPr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kumimoji="1"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Aspirations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美浄土</a:t>
            </a:r>
            <a:endParaRPr kumimoji="1"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Possibilities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冒頭</a:t>
            </a:r>
            <a:endParaRPr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8D8925B-76B1-9C52-8F11-F5C30A21C325}"/>
              </a:ext>
            </a:extLst>
          </p:cNvPr>
          <p:cNvSpPr txBox="1"/>
          <p:nvPr/>
        </p:nvSpPr>
        <p:spPr>
          <a:xfrm>
            <a:off x="5063613" y="698090"/>
            <a:ext cx="38247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God Works in Mysterious Ways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癒えない</a:t>
            </a:r>
            <a:endParaRPr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A Guiding Light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阿弥陀</a:t>
            </a:r>
            <a:endParaRPr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Striking a Pose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不可能</a:t>
            </a:r>
            <a:endParaRPr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I Celebrate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八百万</a:t>
            </a:r>
            <a:endParaRPr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Love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波動</a:t>
            </a:r>
            <a:endParaRPr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  <a:p>
            <a:r>
              <a:rPr lang="en-US" altLang="ja-JP" dirty="0">
                <a:latin typeface="HGP明朝E" panose="02020900000000000000" pitchFamily="18" charset="-128"/>
                <a:ea typeface="HGP明朝E" panose="02020900000000000000" pitchFamily="18" charset="-128"/>
              </a:rPr>
              <a:t>A window</a:t>
            </a:r>
          </a:p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這い出よ</a:t>
            </a:r>
            <a:endParaRPr kumimoji="1"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C6A42D0-4FBE-4D52-7F33-2EA7062268DD}"/>
              </a:ext>
            </a:extLst>
          </p:cNvPr>
          <p:cNvSpPr txBox="1"/>
          <p:nvPr/>
        </p:nvSpPr>
        <p:spPr>
          <a:xfrm>
            <a:off x="5063613" y="5073445"/>
            <a:ext cx="511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「</a:t>
            </a:r>
            <a:r>
              <a:rPr kumimoji="1"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石の歯車」</a:t>
            </a:r>
            <a:r>
              <a:rPr lang="ja-JP" altLang="en-US" dirty="0">
                <a:latin typeface="HGP明朝E" panose="02020900000000000000" pitchFamily="18" charset="-128"/>
                <a:ea typeface="HGP明朝E" panose="02020900000000000000" pitchFamily="18" charset="-128"/>
              </a:rPr>
              <a:t>の歯数は？</a:t>
            </a:r>
            <a:endParaRPr lang="en-US" altLang="ja-JP" dirty="0">
              <a:latin typeface="HGP明朝E" panose="02020900000000000000" pitchFamily="18" charset="-128"/>
              <a:ea typeface="HGP明朝E" panose="020209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2116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ワイド画面</PresentationFormat>
  <Paragraphs>31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HGP明朝E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東野　琉之介</dc:creator>
  <cp:lastModifiedBy>東野　琉之介</cp:lastModifiedBy>
  <cp:revision>1</cp:revision>
  <dcterms:created xsi:type="dcterms:W3CDTF">2025-09-07T08:55:19Z</dcterms:created>
  <dcterms:modified xsi:type="dcterms:W3CDTF">2025-09-07T08:55:36Z</dcterms:modified>
</cp:coreProperties>
</file>